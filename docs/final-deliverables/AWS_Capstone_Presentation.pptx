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lorenceodoi/aws-serverless-event-registration-syste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1cm5g5okmu6ix.cloudfront.net" TargetMode="External"/><Relationship Id="rId3" Type="http://schemas.openxmlformats.org/officeDocument/2006/relationships/hyperlink" Target="https://github.com/florenceodoi/aws-serverless-event-registration-system" TargetMode="External"/><Relationship Id="rId4" Type="http://schemas.openxmlformats.org/officeDocument/2006/relationships/hyperlink" Target="https://github.com/florenceodoi/aws-serverless-event-registration-system/actions/runs/31411286194" TargetMode="External"/><Relationship Id="rId1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1cm5g5okmu6ix.cloudfront.net" TargetMode="External"/><Relationship Id="rId2" Type="http://schemas.openxmlformats.org/officeDocument/2006/relationships/hyperlink" Target="https://github.com/florenceodoi/aws-serverless-event-registration-syste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6012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REGISTRATION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TICKETING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49808" y="2331720"/>
            <a:ext cx="6903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serverless AWS capstone product that replaces manual registration with a secure, scalable REST API.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3246120"/>
            <a:ext cx="1170432" cy="292608"/>
          </a:xfrm>
          <a:prstGeom prst="rect">
            <a:avLst/>
          </a:prstGeom>
          <a:solidFill>
            <a:srgbClr val="0077B6"/>
          </a:solidFill>
          <a:ln>
            <a:solidFill>
              <a:srgbClr val="0077B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Lambda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48256" y="3246120"/>
            <a:ext cx="1243584" cy="292608"/>
          </a:xfrm>
          <a:prstGeom prst="rect">
            <a:avLst/>
          </a:prstGeom>
          <a:solidFill>
            <a:srgbClr val="00A6D6"/>
          </a:solidFill>
          <a:ln>
            <a:solidFill>
              <a:srgbClr val="00A6D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19856" y="3246120"/>
            <a:ext cx="1097280" cy="292608"/>
          </a:xfrm>
          <a:prstGeom prst="rect">
            <a:avLst/>
          </a:prstGeom>
          <a:solidFill>
            <a:srgbClr val="0B7A3B"/>
          </a:solidFill>
          <a:ln>
            <a:solidFill>
              <a:srgbClr val="0B7A3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DynamoDB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45152" y="3246120"/>
            <a:ext cx="1536192" cy="292608"/>
          </a:xfrm>
          <a:prstGeom prst="rect">
            <a:avLst/>
          </a:prstGeom>
          <a:solidFill>
            <a:srgbClr val="F97316"/>
          </a:solidFill>
          <a:ln>
            <a:solidFill>
              <a:srgbClr val="F9731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CloudFront + S3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0" y="3246120"/>
            <a:ext cx="1481328" cy="292608"/>
          </a:xfrm>
          <a:prstGeom prst="rect">
            <a:avLst/>
          </a:prstGeom>
          <a:solidFill>
            <a:srgbClr val="F4B400"/>
          </a:solidFill>
          <a:ln>
            <a:solidFill>
              <a:srgbClr val="F4B400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06840" y="1207008"/>
            <a:ext cx="2596896" cy="11521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https://d1cm5g5okmu6ix.cloudfront.net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006840" y="2651760"/>
            <a:ext cx="2596896" cy="960120"/>
          </a:xfrm>
          <a:prstGeom prst="rect">
            <a:avLst/>
          </a:prstGeom>
          <a:solidFill>
            <a:srgbClr val="0077B6"/>
          </a:solidFill>
          <a:ln>
            <a:solidFill>
              <a:srgbClr val="0077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CODE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Repository</a:t>
            </a:r>
            <a:endParaRPr lang="en-US" sz="135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9006840" y="3794760"/>
            <a:ext cx="2606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C9E9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https://github.com/florenceodoi/aws-serverless-event-registration-system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6089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</a:rPr>
              <a:t>Final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09728" cy="5029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38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Brief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50392"/>
            <a:ext cx="10332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system does and why it matters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9808" y="1417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77B6"/>
                </a:solidFill>
              </a:rPr>
              <a:t>PRODUCT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749808" y="1700784"/>
            <a:ext cx="50749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11827"/>
                </a:solidFill>
              </a:rPr>
              <a:t>The product is a cloud-hosted event registration platform for creating events, displaying available events, accepting participant registrations, and listing registrations for follow-up.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9808" y="30175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77B6"/>
                </a:solidFill>
              </a:rPr>
              <a:t>CORE USERS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786384" y="3310128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organizers create and manage events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register through the frontend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Administrators review registration records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48006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77B6"/>
                </a:solidFill>
              </a:rPr>
              <a:t>EVIDENCE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49808" y="5074920"/>
            <a:ext cx="51663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07184"/>
                </a:solidFill>
              </a:rPr>
              <a:t>The deployed frontend is delivered through CloudFront with a private S3 origin.</a:t>
            </a:r>
            <a:endParaRPr lang="en-US" sz="1550" dirty="0"/>
          </a:p>
        </p:txBody>
      </p:sp>
      <p:pic>
        <p:nvPicPr>
          <p:cNvPr id="11" name="Image 0" descr="/mnt/data/capstone_pages/page-4.png">    </p:cNvPr>
          <p:cNvPicPr>
            <a:picLocks noChangeAspect="1"/>
          </p:cNvPicPr>
          <p:nvPr/>
        </p:nvPicPr>
        <p:blipFill>
          <a:blip r:embed="rId1"/>
          <a:srcRect l="0" r="0" t="182" b="182"/>
          <a:stretch/>
        </p:blipFill>
        <p:spPr>
          <a:xfrm>
            <a:off x="6428232" y="1252728"/>
            <a:ext cx="5166360" cy="3977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46520" y="5376672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07184"/>
                </a:solidFill>
              </a:rPr>
              <a:t>Project brief mock-up of the final user experience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Capstone • Serverless Event Registration System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109960" y="6547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09728" cy="5029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38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the System Solves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50392"/>
            <a:ext cx="10332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registration is workable at small scale but weak under pressure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9808" y="13898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77B6"/>
                </a:solidFill>
              </a:rPr>
              <a:t>LEGACY PROCESS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749808" y="16824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Microsoft Forms + Excel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607184"/>
                </a:solidFill>
              </a:rPr>
              <a:t>The existing approach relies on form entries, manual exports, and spreadsheet-based tracking. It creates delays and makes validation, duplicate control, monitoring, and automation difficult.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989320" y="13898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</a:rPr>
              <a:t>Data quality gaps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9320" y="1773936"/>
            <a:ext cx="24414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Missing fields, duplicate entries, inconsistent event records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5989320" y="2551176"/>
            <a:ext cx="24231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3898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</a:rPr>
              <a:t>Limited visibility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8240" y="1773936"/>
            <a:ext cx="24414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No automatic logs, alarms, or operational monitoring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778240" y="2551176"/>
            <a:ext cx="24231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32186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</a:rPr>
              <a:t>Weak scalability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9320" y="3602736"/>
            <a:ext cx="24414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Manual follow-up becomes harder as registration volume grows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5989320" y="4379976"/>
            <a:ext cx="24231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32186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</a:rPr>
              <a:t>Deployment risk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0" y="3602736"/>
            <a:ext cx="24414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Changes depend on people repeating manual steps accurately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778240" y="4379976"/>
            <a:ext cx="24231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983480"/>
            <a:ext cx="10835640" cy="713232"/>
          </a:xfrm>
          <a:prstGeom prst="rect">
            <a:avLst/>
          </a:prstGeom>
          <a:solidFill>
            <a:srgbClr val="EAF6FF"/>
          </a:solidFill>
          <a:ln w="12700">
            <a:solidFill>
              <a:srgbClr val="EAF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138928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111827"/>
                </a:solidFill>
              </a:rPr>
              <a:t>Design response: replace manual tracking with a serverless API, managed data storage, automated deployment, and AWS-native monitoring.</a:t>
            </a:r>
            <a:endParaRPr lang="en-US" sz="1630" dirty="0"/>
          </a:p>
        </p:txBody>
      </p:sp>
      <p:sp>
        <p:nvSpPr>
          <p:cNvPr id="22" name="Shape 20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Capstone • Serverless Event Registration System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09960" y="6547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09728" cy="5029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38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50392"/>
            <a:ext cx="10332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managed, serverless design aligned with the capstone brief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9808" y="1298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77B6"/>
                </a:solidFill>
              </a:rPr>
              <a:t>RUNTIME PATH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749808" y="1828800"/>
            <a:ext cx="1508760" cy="8686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270" dirty="0"/>
          </a:p>
        </p:txBody>
      </p:sp>
      <p:sp>
        <p:nvSpPr>
          <p:cNvPr id="7" name="Text 5"/>
          <p:cNvSpPr/>
          <p:nvPr/>
        </p:nvSpPr>
        <p:spPr>
          <a:xfrm>
            <a:off x="23774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79776" y="1828800"/>
            <a:ext cx="1508760" cy="868680"/>
          </a:xfrm>
          <a:prstGeom prst="rect">
            <a:avLst/>
          </a:prstGeom>
          <a:solidFill>
            <a:srgbClr val="0077B6"/>
          </a:solidFill>
          <a:ln>
            <a:solidFill>
              <a:srgbClr val="0077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CloudFront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Private S3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4407408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09744" y="1828800"/>
            <a:ext cx="1508760" cy="868680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6437376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39712" y="1828800"/>
            <a:ext cx="1508760" cy="8686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Logic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8467344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69680" y="1828800"/>
            <a:ext cx="1508760" cy="868680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DynamoDB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Store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749808" y="3246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77B6"/>
                </a:solidFill>
              </a:rPr>
              <a:t>OPERATIONAL CONTROLS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49808" y="3621024"/>
            <a:ext cx="1965960" cy="749808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CloudWatch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+ Alarms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99232" y="3621024"/>
            <a:ext cx="1965960" cy="74980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48656" y="3621024"/>
            <a:ext cx="1965960" cy="749808"/>
          </a:xfrm>
          <a:prstGeom prst="rect">
            <a:avLst/>
          </a:prstGeom>
          <a:solidFill>
            <a:srgbClr val="0077B6"/>
          </a:solidFill>
          <a:ln>
            <a:solidFill>
              <a:srgbClr val="0077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OIDC + IAM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Privilege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0" y="3621024"/>
            <a:ext cx="1965960" cy="749808"/>
          </a:xfrm>
          <a:prstGeom prst="rect">
            <a:avLst/>
          </a:prstGeom>
          <a:solidFill>
            <a:srgbClr val="F4B400"/>
          </a:solidFill>
          <a:ln>
            <a:solidFill>
              <a:srgbClr val="F4B4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Budgets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Monitor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4892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77B6"/>
                </a:solidFill>
              </a:rPr>
              <a:t>ARCHITECTURE BRIEF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49808" y="5157216"/>
            <a:ext cx="10012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07184"/>
                </a:solidFill>
              </a:rPr>
              <a:t>The capstone brief called for GitHub/GitHub Actions, API Gateway, Lambda, DynamoDB, CloudWatch, optional SNS and AWS Budgets. The final solution extends this with private S3 + CloudFront and OIDC authentication.</a:t>
            </a:r>
            <a:endParaRPr lang="en-US" sz="1420" dirty="0"/>
          </a:p>
        </p:txBody>
      </p:sp>
      <p:pic>
        <p:nvPicPr>
          <p:cNvPr id="22" name="Image 0" descr="/mnt/data/capstone_pages/page-2.png">    </p:cNvPr>
          <p:cNvPicPr>
            <a:picLocks noChangeAspect="1"/>
          </p:cNvPicPr>
          <p:nvPr/>
        </p:nvPicPr>
        <p:blipFill>
          <a:blip r:embed="rId1"/>
          <a:srcRect l="0" r="0" t="2004" b="2004"/>
          <a:stretch/>
        </p:blipFill>
        <p:spPr>
          <a:xfrm>
            <a:off x="9921240" y="3182112"/>
            <a:ext cx="1664208" cy="12344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Capstone • Serverless Event Registration System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109960" y="6547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09728" cy="5029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38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Product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50392"/>
            <a:ext cx="10332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workflow from event setup to monitored registration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438912" cy="438912"/>
          </a:xfrm>
          <a:prstGeom prst="rect">
            <a:avLst/>
          </a:prstGeom>
          <a:solidFill>
            <a:srgbClr val="F4B400"/>
          </a:solidFill>
          <a:ln>
            <a:solidFill>
              <a:srgbClr val="F4B4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Create event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8105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607184"/>
                </a:solidFill>
              </a:rPr>
              <a:t>Organizer creates a new event through the API.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2578608" y="153619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40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99232" y="1481328"/>
            <a:ext cx="438912" cy="438912"/>
          </a:xfrm>
          <a:prstGeom prst="rect">
            <a:avLst/>
          </a:prstGeom>
          <a:solidFill>
            <a:srgbClr val="0077B6"/>
          </a:solidFill>
          <a:ln>
            <a:solidFill>
              <a:srgbClr val="0077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99232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List events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999232" y="2514600"/>
            <a:ext cx="18105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607184"/>
                </a:solidFill>
              </a:rPr>
              <a:t>Frontend retrieves available events from DynamoDB.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846320" y="153619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40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66944" y="1481328"/>
            <a:ext cx="438912" cy="438912"/>
          </a:xfrm>
          <a:prstGeom prst="rect">
            <a:avLst/>
          </a:prstGeom>
          <a:solidFill>
            <a:srgbClr val="0077B6"/>
          </a:solidFill>
          <a:ln>
            <a:solidFill>
              <a:srgbClr val="0077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66944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Register participant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266944" y="2514600"/>
            <a:ext cx="18105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607184"/>
                </a:solidFill>
              </a:rPr>
              <a:t>Participant submits registration with validation.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7114032" y="153619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40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34656" y="1481328"/>
            <a:ext cx="438912" cy="438912"/>
          </a:xfrm>
          <a:prstGeom prst="rect">
            <a:avLst/>
          </a:prstGeom>
          <a:solidFill>
            <a:srgbClr val="0077B6"/>
          </a:solidFill>
          <a:ln>
            <a:solidFill>
              <a:srgbClr val="0077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34656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Prevent duplicates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34656" y="2514600"/>
            <a:ext cx="18105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607184"/>
                </a:solidFill>
              </a:rPr>
              <a:t>Backend blocks repeated registration records.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9381744" y="153619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400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02368" y="1481328"/>
            <a:ext cx="438912" cy="438912"/>
          </a:xfrm>
          <a:prstGeom prst="rect">
            <a:avLst/>
          </a:prstGeom>
          <a:solidFill>
            <a:srgbClr val="0077B6"/>
          </a:solidFill>
          <a:ln>
            <a:solidFill>
              <a:srgbClr val="0077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02368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</a:rPr>
              <a:t>Monitor operations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802368" y="2514600"/>
            <a:ext cx="18105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607184"/>
                </a:solidFill>
              </a:rPr>
              <a:t>CloudWatch logs and alarms support troubleshooting.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10789920" cy="117043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400"/>
                </a:solidFill>
              </a:rPr>
              <a:t>Core API operations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61772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/events     GET /events     POST /registrations     GET /registrations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Capstone • Serverless Event Registration System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09960" y="6547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09728" cy="5029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38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50392"/>
            <a:ext cx="10332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has been produced and where it is located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9808" y="1325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0077B6"/>
                </a:solidFill>
              </a:rPr>
              <a:t>GitHub repo with API code</a:t>
            </a:r>
            <a:endParaRPr lang="en-US" sz="1480" dirty="0"/>
          </a:p>
        </p:txBody>
      </p:sp>
      <p:sp>
        <p:nvSpPr>
          <p:cNvPr id="6" name="Text 4"/>
          <p:cNvSpPr/>
          <p:nvPr/>
        </p:nvSpPr>
        <p:spPr>
          <a:xfrm>
            <a:off x="3886200" y="132588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184"/>
                </a:solidFill>
              </a:rPr>
              <a:t>Repository contains SAM template, Lambda code, events and README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749808" y="1801368"/>
            <a:ext cx="1074420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391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11827"/>
                </a:solidFill>
              </a:rPr>
              <a:t>CI/CD pipeline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3886200" y="203911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184"/>
                </a:solidFill>
              </a:rPr>
              <a:t>.github/workflows/sam-ci.yml plus successful GitHub Actions run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9808" y="2514600"/>
            <a:ext cx="1074420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5234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0077B6"/>
                </a:solidFill>
              </a:rPr>
              <a:t>Lambda functions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3886200" y="275234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184"/>
                </a:solidFill>
              </a:rPr>
              <a:t>create-event, list-events, register-event, list-registrations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49808" y="3227832"/>
            <a:ext cx="1074420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655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11827"/>
                </a:solidFill>
              </a:rPr>
              <a:t>DynamoDB definitions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3886200" y="346557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184"/>
                </a:solidFill>
              </a:rPr>
              <a:t>Defined in template.yaml as Infrastructure as Code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49808" y="3941064"/>
            <a:ext cx="1074420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17880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0077B6"/>
                </a:solidFill>
              </a:rPr>
              <a:t>CloudWatch monitoring</a:t>
            </a:r>
            <a:endParaRPr lang="en-US" sz="1480" dirty="0"/>
          </a:p>
        </p:txBody>
      </p:sp>
      <p:sp>
        <p:nvSpPr>
          <p:cNvPr id="18" name="Text 16"/>
          <p:cNvSpPr/>
          <p:nvPr/>
        </p:nvSpPr>
        <p:spPr>
          <a:xfrm>
            <a:off x="3886200" y="417880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184"/>
                </a:solidFill>
              </a:rPr>
              <a:t>Logs, monitoring checks and alarm configuration evidence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49808" y="4654296"/>
            <a:ext cx="1074420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8920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11827"/>
                </a:solidFill>
              </a:rPr>
              <a:t>README file</a:t>
            </a:r>
            <a:endParaRPr lang="en-US" sz="1480" dirty="0"/>
          </a:p>
        </p:txBody>
      </p:sp>
      <p:sp>
        <p:nvSpPr>
          <p:cNvPr id="21" name="Text 19"/>
          <p:cNvSpPr/>
          <p:nvPr/>
        </p:nvSpPr>
        <p:spPr>
          <a:xfrm>
            <a:off x="3886200" y="489204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184"/>
                </a:solidFill>
              </a:rPr>
              <a:t>Complete project documentation and deployment notes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49808" y="5367528"/>
            <a:ext cx="1074420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687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400"/>
                </a:solidFill>
              </a:rPr>
              <a:t>Clickable evidence pack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5687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Repository • Actions • README • Template • Live Demo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Capstone • Serverless Event Registration System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09960" y="6547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09728" cy="5029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38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 of the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50392"/>
            <a:ext cx="10332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demonstrates more than a working application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9808" y="13716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7B6"/>
                </a:solidFill>
              </a:rPr>
              <a:t>Serverless by design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49808" y="1810512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No always-on application server; compute runs when requests are processed.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49808" y="2587752"/>
            <a:ext cx="28346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3716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3B"/>
                </a:solidFill>
              </a:rPr>
              <a:t>Secure delivery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98848" y="1810512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Private S3 origin with CloudFront Origin Access Control.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4498848" y="2587752"/>
            <a:ext cx="28346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13716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</a:rPr>
              <a:t>Automated pipeline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47888" y="1810512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GitHub Actions supports repeatable validation, build and deployment.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47888" y="2587752"/>
            <a:ext cx="28346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461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7B6"/>
                </a:solidFill>
              </a:rPr>
              <a:t>OIDC authentication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9808" y="3685032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Avoids long-lived AWS keys in GitHub secrets.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749808" y="4462272"/>
            <a:ext cx="28346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32461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3B"/>
                </a:solidFill>
              </a:rPr>
              <a:t>Operational visibility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98848" y="3685032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CloudWatch logs and alarms support debugging and monitoring.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4498848" y="4462272"/>
            <a:ext cx="28346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32461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</a:rPr>
              <a:t>Cost-aware architecture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3685032"/>
            <a:ext cx="2971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PAY_PER_REQUEST DynamoDB, Lambda and budget monitoring.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8247888" y="4462272"/>
            <a:ext cx="28346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440680"/>
            <a:ext cx="10744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11827"/>
                </a:solidFill>
              </a:rPr>
              <a:t>Strongest overall value: a small learning project was implemented using patterns common in real cloud delivery, including Infrastructure as Code, CI/CD, IAM controls, monitoring, and cost discipline.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Capstone • Serverless Event Registration System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09960" y="6547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09728" cy="5029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38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50392"/>
            <a:ext cx="10332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challenge strengthened the final implementation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9808" y="12984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11827"/>
                </a:solidFill>
              </a:rPr>
              <a:t>IAM and trust policies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49808" y="1682496"/>
            <a:ext cx="4754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OIDC required precise trust relationships and least-privilege permissions.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49808" y="2377440"/>
            <a:ext cx="47091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7432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11827"/>
                </a:solidFill>
              </a:rPr>
              <a:t>API + Lambda integration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749808" y="3127248"/>
            <a:ext cx="4754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Request formats, validation rules and error responses had to be tested carefully.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749808" y="3822192"/>
            <a:ext cx="47091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1879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11827"/>
                </a:solidFill>
              </a:rPr>
              <a:t>CloudWatch debugging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49808" y="4572000"/>
            <a:ext cx="4754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Logs were essential for identifying backend failures and confirming API execution.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749808" y="5266944"/>
            <a:ext cx="47091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2984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11827"/>
                </a:solidFill>
              </a:rPr>
              <a:t>Private frontend hosting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355080" y="1682496"/>
            <a:ext cx="4754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S3 could not simply be public; CloudFront OAC was required for secure delivery.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355080" y="2377440"/>
            <a:ext cx="47091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7432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11827"/>
                </a:solidFill>
              </a:rPr>
              <a:t>Repository readiness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355080" y="3127248"/>
            <a:ext cx="4754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README, Git history, .gitignore and sensitive-value checks had to be cleaned before submission.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355080" y="3822192"/>
            <a:ext cx="47091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1879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11827"/>
                </a:solidFill>
              </a:rPr>
              <a:t>Cost discipline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6355080" y="4572000"/>
            <a:ext cx="4754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07184"/>
                </a:solidFill>
              </a:rPr>
              <a:t>The build had to remain within Free Tier / Free Plan thinking and avoid always-on compute.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355080" y="5266944"/>
            <a:ext cx="4709160" cy="0"/>
          </a:xfrm>
          <a:prstGeom prst="line">
            <a:avLst/>
          </a:prstGeom>
          <a:noFill/>
          <a:ln w="8255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742432"/>
            <a:ext cx="10744200" cy="384048"/>
          </a:xfrm>
          <a:prstGeom prst="rect">
            <a:avLst/>
          </a:prstGeom>
          <a:solidFill>
            <a:srgbClr val="FFF7E0"/>
          </a:solidFill>
          <a:ln w="12700">
            <a:solidFill>
              <a:srgbClr val="FFF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5843016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11827"/>
                </a:solidFill>
              </a:rPr>
              <a:t>Main lesson: cloud engineering is not only about deploying services; it is about connecting security, automation, observability and cost control into one working system.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Capstone • Serverless Event Registration System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09960" y="6547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09728" cy="5029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38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Evidence &amp; Links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850392"/>
            <a:ext cx="10332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deliverables are documented with clickable references</a:t>
            </a:r>
            <a:endParaRPr lang="en-US" sz="1250" dirty="0"/>
          </a:p>
        </p:txBody>
      </p:sp>
      <p:pic>
        <p:nvPicPr>
          <p:cNvPr id="5" name="Image 0" descr="/mnt/data/final_deliverables/rendered/page-1.png">    </p:cNvPr>
          <p:cNvPicPr>
            <a:picLocks noChangeAspect="1"/>
          </p:cNvPicPr>
          <p:nvPr/>
        </p:nvPicPr>
        <p:blipFill>
          <a:blip r:embed="rId1"/>
          <a:srcRect l="0" r="0" t="20103" b="20103"/>
          <a:stretch/>
        </p:blipFill>
        <p:spPr>
          <a:xfrm>
            <a:off x="749808" y="1298448"/>
            <a:ext cx="502920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44768" y="13716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77B6"/>
                </a:solidFill>
              </a:rPr>
              <a:t>SUBMISSION URLS</a:t>
            </a:r>
            <a:endParaRPr lang="en-US" sz="880" dirty="0"/>
          </a:p>
        </p:txBody>
      </p:sp>
      <p:sp>
        <p:nvSpPr>
          <p:cNvPr id="7" name="Text 4"/>
          <p:cNvSpPr/>
          <p:nvPr/>
        </p:nvSpPr>
        <p:spPr>
          <a:xfrm>
            <a:off x="6144768" y="17647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77B6"/>
                </a:solidFill>
              </a:rPr>
              <a:t>Live Demo</a:t>
            </a:r>
            <a:endParaRPr lang="en-US" sz="1320" dirty="0"/>
          </a:p>
        </p:txBody>
      </p:sp>
      <p:sp>
        <p:nvSpPr>
          <p:cNvPr id="8" name="Text 5">
            <a:hlinkClick r:id="rId2" tooltip=""/>
          </p:cNvPr>
          <p:cNvSpPr/>
          <p:nvPr/>
        </p:nvSpPr>
        <p:spPr>
          <a:xfrm>
            <a:off x="6144768" y="20574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u="sng" dirty="0">
                <a:solidFill>
                  <a:srgbClr val="111827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https://d1cm5g5okmu6ix.cloudfront.net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6144768" y="26974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77B6"/>
                </a:solidFill>
              </a:rPr>
              <a:t>GitHub Repository</a:t>
            </a:r>
            <a:endParaRPr lang="en-US" sz="1320" dirty="0"/>
          </a:p>
        </p:txBody>
      </p:sp>
      <p:sp>
        <p:nvSpPr>
          <p:cNvPr id="10" name="Text 7">
            <a:hlinkClick r:id="rId3" tooltip=""/>
          </p:cNvPr>
          <p:cNvSpPr/>
          <p:nvPr/>
        </p:nvSpPr>
        <p:spPr>
          <a:xfrm>
            <a:off x="6144768" y="299008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u="sng" dirty="0">
                <a:solidFill>
                  <a:srgbClr val="111827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https://github.com/florenceodoi/aws-serverless-event-registration-system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6144768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77B6"/>
                </a:solidFill>
              </a:rPr>
              <a:t>CI/CD Evidence</a:t>
            </a:r>
            <a:endParaRPr lang="en-US" sz="1320" dirty="0"/>
          </a:p>
        </p:txBody>
      </p:sp>
      <p:sp>
        <p:nvSpPr>
          <p:cNvPr id="12" name="Text 9">
            <a:hlinkClick r:id="rId4" tooltip=""/>
          </p:cNvPr>
          <p:cNvSpPr/>
          <p:nvPr/>
        </p:nvSpPr>
        <p:spPr>
          <a:xfrm>
            <a:off x="6144768" y="396849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u="sng" dirty="0">
                <a:solidFill>
                  <a:srgbClr val="111827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https://github.com/florenceodoi/aws-serverless-event-registration-system/actions/runs/31411286194</a:t>
            </a:r>
            <a:endParaRPr lang="en-US" sz="1060" dirty="0"/>
          </a:p>
        </p:txBody>
      </p:sp>
      <p:sp>
        <p:nvSpPr>
          <p:cNvPr id="13" name="Text 10"/>
          <p:cNvSpPr/>
          <p:nvPr/>
        </p:nvSpPr>
        <p:spPr>
          <a:xfrm>
            <a:off x="6144768" y="4681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77B6"/>
                </a:solidFill>
              </a:rPr>
              <a:t>README and Template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6144768" y="4974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README.md   •   template.yaml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44768" y="5687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607184"/>
                </a:solidFill>
              </a:rPr>
              <a:t>All required deliverables are traceable from the repository and final evidence PDF.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635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65653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Capstone • Serverless Event Registration System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09960" y="6547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412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Outcome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8096" y="1554480"/>
            <a:ext cx="64008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BFF"/>
                </a:solidFill>
              </a:rPr>
              <a:t>A complete serverless event registration product with frontend delivery, REST API, Lambda business logic, DynamoDB storage, CI/CD, security controls, monitoring and cost awareness.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" y="2971800"/>
            <a:ext cx="2377440" cy="530352"/>
          </a:xfrm>
          <a:prstGeom prst="rect">
            <a:avLst/>
          </a:prstGeom>
          <a:solidFill>
            <a:srgbClr val="F4B400"/>
          </a:solidFill>
          <a:ln>
            <a:solidFill>
              <a:srgbClr val="F4B4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demonstration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29000" y="2971800"/>
            <a:ext cx="2743200" cy="530352"/>
          </a:xfrm>
          <a:prstGeom prst="rect">
            <a:avLst/>
          </a:prstGeom>
          <a:solidFill>
            <a:srgbClr val="0077B6"/>
          </a:solidFill>
          <a:ln>
            <a:solidFill>
              <a:srgbClr val="0077B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repository 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6520" y="2971800"/>
            <a:ext cx="2560320" cy="530352"/>
          </a:xfrm>
          <a:prstGeom prst="rect">
            <a:avLst/>
          </a:prstGeom>
          <a:solidFill>
            <a:srgbClr val="0B7A3B"/>
          </a:solidFill>
          <a:ln>
            <a:solidFill>
              <a:srgbClr val="0B7A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final submission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4160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00"/>
                </a:solidFill>
              </a:rPr>
              <a:t>Recommended future enhancements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4590288"/>
            <a:ext cx="5806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Confirmation emails using SNS or SES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Cognito authentication for administrators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capacity enforcement and QR-code tickets</a:t>
            </a:r>
            <a:endParaRPr lang="en-US" sz="1450" dirty="0"/>
          </a:p>
          <a:p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CloudWatch dashboard and additional alarms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45552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400"/>
                </a:solidFill>
              </a:rPr>
              <a:t>Live demo</a:t>
            </a:r>
            <a:endParaRPr lang="en-US" sz="12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7845552" y="468172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u="sng" dirty="0">
                <a:solidFill>
                  <a:srgbClr val="C9E9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https://d1cm5g5okmu6ix.cloudfront.net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7845552" y="5276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400"/>
                </a:solidFill>
              </a:rPr>
              <a:t>GitHub</a:t>
            </a:r>
            <a:endParaRPr lang="en-US" sz="12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7845552" y="557784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u="sng" dirty="0">
                <a:solidFill>
                  <a:srgbClr val="C9E9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https://github.com/florenceodoi/aws-serverless-event-registration-system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Azubi Africa / AWS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Capstone Presentation</dc:title>
  <dc:subject>Serverless Event Registration &amp; Ticketing System</dc:subject>
  <dc:creator>AWS Capstone Project</dc:creator>
  <cp:lastModifiedBy>AWS Capstone Project</cp:lastModifiedBy>
  <cp:revision>1</cp:revision>
  <dcterms:created xsi:type="dcterms:W3CDTF">2026-08-11T00:36:34Z</dcterms:created>
  <dcterms:modified xsi:type="dcterms:W3CDTF">2026-08-11T00:36:34Z</dcterms:modified>
</cp:coreProperties>
</file>